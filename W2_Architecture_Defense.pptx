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Clinical Co-Pilot — Week 2</a:t>
            </a:r>
          </a:p>
          <a:p>
            <a:r>
              <a:rPr sz="3200" b="0">
                <a:solidFill>
                  <a:srgbClr val="B8D4DC"/>
                </a:solidFill>
                <a:latin typeface="Calibri"/>
              </a:rPr>
              <a:t>Architecture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D0D0"/>
                </a:solidFill>
                <a:latin typeface="Calibri"/>
              </a:rPr>
              <a:t>Gauntlet AI · AgentForge · Cohort 6
Plain-language plan: documents + multi-agent + quality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A doctor has ~90 seconds before walking into the next room.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The chart has structured data — but the important new info is often in files: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– a scanned lab PDF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– a patient intake form from the front desk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She asks: What changed? What should I watch? What evidence supports that?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Week 2 makes the AI able to read those documents — carefully, with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What we already built (Week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A6F7F"/>
                </a:solidFill>
                <a:latin typeface="Calibri"/>
              </a:rPr>
              <a:t>Baseline we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A Clinical Co-Pilot chat next to OpenEMR (the medical record system).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It answers only from the patient’s chart — every claim has a source.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It checks permissions (who can see which patient).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Safety checks (drug interactions, allergies) run in code — not “AI opinion.”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Week 2 adds on top of this. We do not throw Week 1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Week 2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A6F7F"/>
                </a:solidFill>
                <a:latin typeface="Calibri"/>
              </a:rPr>
              <a:t>Small team of specialists — not one giant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Doctor asks a question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     ↓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Supervisor (traffic controller)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├─ Document reader  →  reads lab PDF / intake form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├─ Evidence finder   →  finds clinic guideline snippets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└─ Chart tools       →  Week 1 patient data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     ↓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Answer with citations  +  quality checks  + 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Part 1 — Reading documents (without making things 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Support exactly two file types for now: lab PDF + intake form.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Save the original file in OpenEMR (the real medical record).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Use vision AI to fill a strict form (schema) — required fields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If the scan is blurry or a field is unclear → say “couldn’t read confidently.”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Never invent a lab value or allergy that isn’t on the page.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Every extracted fact points back to the file (page + quote + highlight box).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Part 2 — Finding guideline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We keep a small library of clinic “how we practice” notes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(diabetes, blood pressure, kidney labs, screening — for our doctor’s patients).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Search two ways: exact keywords + meaning (hybrid search).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Re-rank the best snippets; only the top few go to the answer.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Important rule: patient facts ≠ guideline advice.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“Her creatinine is 1.9” must come from her record — not from a guideline.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Part 3 — Supervisor + two 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Supervisor decides what to do and writes down why (inspectable).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Worker A — Intake extractor: reads the uploaded document.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Worker B — Evidence retriever: pulls matching guideline snippets.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Then we write one grounded answer for the doctor.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We keep the design small on purpose — two workers, not five.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A third “critic AI” is optional later; Week 1 verification already strips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claims that don’t have a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Part 4 — The quality gate (non-negotiable)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A6F7F"/>
                </a:solidFill>
                <a:latin typeface="Calibri"/>
              </a:rPr>
              <a:t>HARD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50 test cases that try to break us: bad scans, missing data, refusals,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“ignore the rules” prompts, and “don’t leak private data in logs.”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Scoring is yes/no (boolean) — not vague 1–10 stars.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Categories: valid schema, citations present, facts match sources,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   safe refusal, no private data in logs.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If quality drops more than 5%, the build fails — demo can’t ship broken.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Graders will intentionally break something; our gate must catch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Trust &amp; safety (plain English)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Only demo / fake patient data — no real patient information.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Logs keep IDs and timings — not names, not raw document text.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Permission check runs before any document is read.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Nurses/admins get the same rules as Week 1 (refuse when not allowed).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Doctor can click a citation and see the highlight on the PDF.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What we are NOT building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A6F7F"/>
                </a:solidFill>
                <a:latin typeface="Calibri"/>
              </a:rPr>
              <a:t>Narrower and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Not five document types — only lab PDF + intake form until those work.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Not a giant pile of AI frameworks for show.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Not letting vision AI answer without filling the form first.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Not a mysterious supervisor — every handoff is logged.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Not guessing medical advice — retrieve, cite, check.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Timeline &amp; what this defense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Now — Architecture Defense (this plan).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Tuesday — MVP: two docs, two workers, RAG, 50-case gate.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Thursday — Early submission (harder / cleaner).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Sunday noon — Final: live app, demo video, cost &amp; speed report.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Today we are defending the plan — not shipping all the code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Closing —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Week 2 = Week 1 trust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  + eyes (read documents carefully)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  + librarian (find guideline evidence)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  + small crew (supervisor + two workers)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        + bouncer (tests that fail the build if quality slips).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